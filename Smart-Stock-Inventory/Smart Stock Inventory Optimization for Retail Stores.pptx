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62" r:id="rId5"/>
    <p:sldId id="263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8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36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53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62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80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83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51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7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94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1966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71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8529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488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89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17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EF820-518A-4176-9EFF-13F8FE0003A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2EE09F0-3005-45A2-B33B-5310EF422D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65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5D1F-348F-E1F6-D725-CDC4DF35B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702" y="1357162"/>
            <a:ext cx="10058400" cy="356616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Stock Inventory Optimization for Retail Stores</a:t>
            </a:r>
          </a:p>
        </p:txBody>
      </p:sp>
    </p:spTree>
    <p:extLst>
      <p:ext uri="{BB962C8B-B14F-4D97-AF65-F5344CB8AC3E}">
        <p14:creationId xmlns:p14="http://schemas.microsoft.com/office/powerpoint/2010/main" val="387766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AD06-4DB7-129A-3FA6-139C3EBC3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D3CA5-1380-51B1-C009-AC71352DC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Environment &amp; Libraries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5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1EB4-2A6B-8B22-2CEB-0742E455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746" y="624110"/>
            <a:ext cx="8911687" cy="1280890"/>
          </a:xfrm>
        </p:spPr>
        <p:txBody>
          <a:bodyPr>
            <a:norm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E576-202F-1A79-5F52-7E541FA9A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454" y="2053390"/>
            <a:ext cx="8915400" cy="377762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 leads to high storage cost and waste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Stockout leads to lost sales and dissatisfaction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 demand &amp; recommend optimal stock levels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87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B283-A320-279E-9CD0-7D96A2CB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A6914-E892-0AC2-B82C-E30230F43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UI for visualization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all APIs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stores inventory &amp; sales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Module: Predicts demand &amp; restocking quantity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Docker: Ensures easy deployment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72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7825-10A3-1262-93CC-10709E7F7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999" y="640152"/>
            <a:ext cx="8911687" cy="128089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Environment &amp;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3B870-8375-7C5D-2C4F-72CDEC132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6286" y="1822311"/>
            <a:ext cx="8915400" cy="4395537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3.10+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4+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Server 8+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Environment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mysqlclient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PyMySQL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djangorestframework-simplejwt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4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BCF5-7404-713B-4E45-B6931EDC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885" y="403530"/>
            <a:ext cx="8911687" cy="1280890"/>
          </a:xfrm>
        </p:spPr>
        <p:txBody>
          <a:bodyPr>
            <a:no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 for Project: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E087D-74E7-90CB-2040-91B0F235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085" y="1425340"/>
            <a:ext cx="8911688" cy="4838299"/>
          </a:xfrm>
        </p:spPr>
        <p:txBody>
          <a:bodyPr>
            <a:normAutofit lnSpcReduction="1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smart-inventory-backend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database.py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crud.py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├─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auth.py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└─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ai_predict.py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requirements.txt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compose.yml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20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BC1AC-3A04-1C6D-EC06-FFB69FAF6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1316" y="628891"/>
            <a:ext cx="8854009" cy="5158452"/>
          </a:xfrm>
        </p:spPr>
        <p:txBody>
          <a:bodyPr>
            <a:normAutofit lnSpcReduction="1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main.py: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 of backend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FastAPI app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routers (auth, products, orders, AI)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database.py: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database engine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DB session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backend to the database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crud.py: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Create/Read/Update/Delete functions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DB operations handled here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code clean and reusable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30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34E5-798A-C814-CAEF-D793537C8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1515" y="898357"/>
            <a:ext cx="8873707" cy="5358063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ai_predict.py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demand forecasting logic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restock quantity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integrate ML models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requirements.txt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Python dependencies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easy installation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for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17072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185</TotalTime>
  <Words>243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Wisp</vt:lpstr>
      <vt:lpstr>Smart Stock Inventory Optimization for Retail Stores</vt:lpstr>
      <vt:lpstr>Contents</vt:lpstr>
      <vt:lpstr>Project Overview</vt:lpstr>
      <vt:lpstr>System Architecture</vt:lpstr>
      <vt:lpstr>Backend Environment &amp; Libraries</vt:lpstr>
      <vt:lpstr>Backend Architecture for Project: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Venu Gopal</dc:creator>
  <cp:lastModifiedBy>Venu Gopal</cp:lastModifiedBy>
  <cp:revision>2</cp:revision>
  <dcterms:created xsi:type="dcterms:W3CDTF">2025-11-20T09:59:16Z</dcterms:created>
  <dcterms:modified xsi:type="dcterms:W3CDTF">2025-11-20T13:22:35Z</dcterms:modified>
</cp:coreProperties>
</file>