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Stock Email Alert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our Smart Inventory Management System, featuring automated email notifications to streamline your stock control processes. This innovative solution ensures you're always informed and ready to act.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0806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Challenge: Overcoming Manual Inventory Hurdles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80190" y="2224921"/>
            <a:ext cx="3681770" cy="2691170"/>
          </a:xfrm>
          <a:prstGeom prst="roundRect">
            <a:avLst>
              <a:gd name="adj" fmla="val 4077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7330" y="2224921"/>
            <a:ext cx="91440" cy="2691170"/>
          </a:xfrm>
          <a:prstGeom prst="roundRect">
            <a:avLst>
              <a:gd name="adj" fmla="val 31628"/>
            </a:avLst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6564392" y="2440543"/>
            <a:ext cx="3181945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Inefficient Manual Monitoring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64392" y="3158609"/>
            <a:ext cx="3181945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Reliance on manual checks leads to time-consuming processes and increased labor costs, diverting valuable resources from other critical tasks.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4722" y="2224921"/>
            <a:ext cx="3681889" cy="2691170"/>
          </a:xfrm>
          <a:prstGeom prst="roundRect">
            <a:avLst>
              <a:gd name="adj" fmla="val 4077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1862" y="2224921"/>
            <a:ext cx="91440" cy="2691170"/>
          </a:xfrm>
          <a:prstGeom prst="roundRect">
            <a:avLst>
              <a:gd name="adj" fmla="val 31628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10438924" y="2440543"/>
            <a:ext cx="312574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Risk of Stock-Out Situations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438924" y="2857381"/>
            <a:ext cx="3182064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real-time oversight, businesses face the constant threat of running out of popular items, leading to lost sales and customer dissatisfaction.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80190" y="5108853"/>
            <a:ext cx="3681770" cy="2389942"/>
          </a:xfrm>
          <a:prstGeom prst="roundRect">
            <a:avLst>
              <a:gd name="adj" fmla="val 4591"/>
            </a:avLst>
          </a:prstGeom>
          <a:solidFill>
            <a:srgbClr val="242429"/>
          </a:solidFill>
          <a:ln w="22860">
            <a:solidFill>
              <a:srgbClr val="5C5C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7330" y="5108853"/>
            <a:ext cx="91440" cy="2389942"/>
          </a:xfrm>
          <a:prstGeom prst="roundRect">
            <a:avLst>
              <a:gd name="adj" fmla="val 31628"/>
            </a:avLst>
          </a:prstGeom>
          <a:solidFill>
            <a:srgbClr val="FDC4C4"/>
          </a:solidFill>
          <a:ln/>
        </p:spPr>
      </p:sp>
      <p:sp>
        <p:nvSpPr>
          <p:cNvPr id="14" name="Text 11"/>
          <p:cNvSpPr/>
          <p:nvPr/>
        </p:nvSpPr>
        <p:spPr>
          <a:xfrm>
            <a:off x="6564392" y="5324475"/>
            <a:ext cx="287452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Delayed Decision-Making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564392" y="5741313"/>
            <a:ext cx="3181945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identification of low stock levels results in delayed reordering, impacting supply chain efficiency and overall operational agility.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2831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Solution: Intelligent Inventory Alerts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324814"/>
            <a:ext cx="1020723" cy="18295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4986" y="2528888"/>
            <a:ext cx="384571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Low Stock Detection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04986" y="2970133"/>
            <a:ext cx="6331625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continuously monitors inventory levels, automatically identifying when stock falls below predefined thresholds without human intervention.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154329"/>
            <a:ext cx="1020723" cy="18295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04986" y="435840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Targeted Email Alerts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04986" y="4799648"/>
            <a:ext cx="6331625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notifications are sent directly to store managers, providing them with timely information to prevent stock shortages.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983843"/>
            <a:ext cx="1020723" cy="15028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04986" y="6187916"/>
            <a:ext cx="35867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Notification System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04986" y="6629162"/>
            <a:ext cx="6331625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instant updates, enabling proactive inventory management and rapid response to changing stock conditions.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74211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Robust 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44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alert system is built on a modern, scalable architecture designed for reliability and performance.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2989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Django REST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479483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secure and efficient interface for all inventory data interactions.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731" y="3527941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989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Database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479483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all product, stock, and user data securely and ensures data integrity.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2604" y="3916442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441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SMTP Email Service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5932051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secure SMTP protocols for reliable and timely email alert delivery.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4103" y="6142315"/>
            <a:ext cx="339328" cy="3393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57256" y="5441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 Authentication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5932051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Secures API endpoints, ensuring only authorized users can access and modify inventory information.</a:t>
            </a:r>
            <a:endParaRPr lang="en-US" sz="1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8230" y="5753814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74767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Intelligent Low Stock Detection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incorporates a precise logic to identify low stock levels effectively, ensuring accuracy and flexibility.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551390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Comparison: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system constantly compares current stock quantities against a predetermined low-stock threshold set for each product.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613309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API-Triggered Checks: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Low stock checks are primarily triggered via dedicated API calls, allowing for integration with various inventory updates.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467522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 Thresholds: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Store managers can easily adjust the low-stock threshold for individual products, adapting to seasonal demands or specific operational needs.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53108"/>
            <a:ext cx="740402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 Email Alert Workflow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0190" y="1997154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low stock is detected, a streamlined process ensures that alerts are generated and dispatched promptly to the relevant personnel.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80190" y="288012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80190" y="3204091"/>
            <a:ext cx="3676174" cy="2286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335184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Stock Detected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80190" y="3793093"/>
            <a:ext cx="3676174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identifies inventory levels falling below the configured threshold.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437" y="288012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437" y="3204091"/>
            <a:ext cx="3676174" cy="2286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437" y="3351848"/>
            <a:ext cx="307883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 Content Generation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160437" y="3793093"/>
            <a:ext cx="367617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detailed email is automatically composed, including product details, current stock, and reorder recommendations.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80190" y="545699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80190" y="5780961"/>
            <a:ext cx="7556421" cy="2286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5" name="Text 12"/>
          <p:cNvSpPr/>
          <p:nvPr/>
        </p:nvSpPr>
        <p:spPr>
          <a:xfrm>
            <a:off x="6280190" y="5928717"/>
            <a:ext cx="332898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 Sent via Django SMTP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280190" y="6369963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prepared email is securely sent to the designated store managers using Django's built-in SMTP capabilities.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63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098" y="3282672"/>
            <a:ext cx="9509522" cy="665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Email Configuration with Gmail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85098" y="4268153"/>
            <a:ext cx="13060204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leverage Gmail's robust SMTP service to ensure reliable and secure email delivery for our low stock alerts.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85098" y="4848820"/>
            <a:ext cx="4211360" cy="2761893"/>
          </a:xfrm>
          <a:prstGeom prst="roundRect">
            <a:avLst>
              <a:gd name="adj" fmla="val 1157"/>
            </a:avLst>
          </a:prstGeom>
          <a:solidFill>
            <a:srgbClr val="434348"/>
          </a:solidFill>
          <a:ln/>
        </p:spPr>
      </p:sp>
      <p:sp>
        <p:nvSpPr>
          <p:cNvPr id="6" name="Shape 3"/>
          <p:cNvSpPr/>
          <p:nvPr/>
        </p:nvSpPr>
        <p:spPr>
          <a:xfrm>
            <a:off x="998101" y="5061823"/>
            <a:ext cx="639247" cy="639247"/>
          </a:xfrm>
          <a:prstGeom prst="roundRect">
            <a:avLst>
              <a:gd name="adj" fmla="val 14302900"/>
            </a:avLst>
          </a:prstGeom>
          <a:solidFill>
            <a:srgbClr val="FDC4C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837" y="5237559"/>
            <a:ext cx="287655" cy="2876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8101" y="5914073"/>
            <a:ext cx="2663904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SMTP Integration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998101" y="6374725"/>
            <a:ext cx="3785354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connects to Gmail's SMTP servers using secure protocols for outgoing email.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5209461" y="4848820"/>
            <a:ext cx="4211360" cy="2761893"/>
          </a:xfrm>
          <a:prstGeom prst="roundRect">
            <a:avLst>
              <a:gd name="adj" fmla="val 1157"/>
            </a:avLst>
          </a:prstGeom>
          <a:solidFill>
            <a:srgbClr val="434348"/>
          </a:solidFill>
          <a:ln/>
        </p:spPr>
      </p:sp>
      <p:sp>
        <p:nvSpPr>
          <p:cNvPr id="11" name="Shape 7"/>
          <p:cNvSpPr/>
          <p:nvPr/>
        </p:nvSpPr>
        <p:spPr>
          <a:xfrm>
            <a:off x="5422463" y="5061823"/>
            <a:ext cx="639247" cy="639247"/>
          </a:xfrm>
          <a:prstGeom prst="roundRect">
            <a:avLst>
              <a:gd name="adj" fmla="val 14302900"/>
            </a:avLst>
          </a:prstGeom>
          <a:solidFill>
            <a:srgbClr val="FDC4C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8200" y="5237559"/>
            <a:ext cx="287655" cy="2876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22463" y="5914073"/>
            <a:ext cx="2688550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App Password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5422463" y="6374725"/>
            <a:ext cx="3785354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your primary Gmail password, we use an App Password for enhanced security.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9633823" y="4848820"/>
            <a:ext cx="4211360" cy="2761893"/>
          </a:xfrm>
          <a:prstGeom prst="roundRect">
            <a:avLst>
              <a:gd name="adj" fmla="val 1157"/>
            </a:avLst>
          </a:prstGeom>
          <a:solidFill>
            <a:srgbClr val="434348"/>
          </a:solidFill>
          <a:ln/>
        </p:spPr>
      </p:sp>
      <p:sp>
        <p:nvSpPr>
          <p:cNvPr id="16" name="Shape 11"/>
          <p:cNvSpPr/>
          <p:nvPr/>
        </p:nvSpPr>
        <p:spPr>
          <a:xfrm>
            <a:off x="9846826" y="5061823"/>
            <a:ext cx="639247" cy="639247"/>
          </a:xfrm>
          <a:prstGeom prst="roundRect">
            <a:avLst>
              <a:gd name="adj" fmla="val 14302900"/>
            </a:avLst>
          </a:prstGeom>
          <a:solidFill>
            <a:srgbClr val="FDC4C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2562" y="5237559"/>
            <a:ext cx="287655" cy="2876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46826" y="5914073"/>
            <a:ext cx="2802493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Environment Variables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9846826" y="6374725"/>
            <a:ext cx="3785354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sensitive credentials are stored as environment variables, keeping them out of the codebase.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0210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Demonstration Flow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1516975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walk through a quick demonstration to see the alert system in action.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80486"/>
            <a:ext cx="510302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74113" y="215050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Stock in Admin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474113" y="2518291"/>
            <a:ext cx="687609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by adding a new product or increasing the quantity of an existing one via the admin panel.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41" y="3402687"/>
            <a:ext cx="510302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29264" y="3572708"/>
            <a:ext cx="334946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 Quantity Below Threshold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729264" y="3940492"/>
            <a:ext cx="662094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 sales or inventory adjustments to bring the product's quantity below its predefined low-stock threshold.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092" y="4824889"/>
            <a:ext cx="510302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84415" y="499491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Call Low Stock API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984415" y="5362694"/>
            <a:ext cx="636579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the low stock detection mechanism by making an API call, mimicking a real-world inventory update.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243" y="6247090"/>
            <a:ext cx="510302" cy="1143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239566" y="641711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Receive Email Alert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2239566" y="6784896"/>
            <a:ext cx="611064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the instant email notification arriving in the store manager's inbox, detailing the low stock item.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99411"/>
            <a:ext cx="456092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Benefits of the System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1681282"/>
            <a:ext cx="368498" cy="368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2339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Prevents Stock-Outs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793790" y="2552700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continuous product availability, leading to uninterrupted sales and enhanced customer satisfaction.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083243"/>
            <a:ext cx="368498" cy="3684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3790" y="3635931"/>
            <a:ext cx="272581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Improves Operational Efficiency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793790" y="3954661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manual tasks, allowing staff to focus on more strategic activities and reduce operational costs.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4485203"/>
            <a:ext cx="368498" cy="3684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3790" y="5037892"/>
            <a:ext cx="220658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Provides Real-Time Alerts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793790" y="5356622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 quick decision-making with immediate notifications on critical inventory changes.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5887164"/>
            <a:ext cx="368498" cy="3684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3790" y="6439852"/>
            <a:ext cx="218825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Offers a Scalable Solution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793790" y="6758583"/>
            <a:ext cx="75564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grow with your business, easily accommodating increasing product volumes and store locations.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48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Conclusion: Towards Smarter Inventory Control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8256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automated low stock email alert system significantly enhances inventory management, providing store managers and backend engineers with the tools needed for optimal stock control.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33951" y="3981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Ready for Production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951" y="4562713"/>
            <a:ext cx="316134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fully developed, tested, and ready for deployment into a production environment.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981569"/>
            <a:ext cx="30480" cy="2032754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8" name="Text 5"/>
          <p:cNvSpPr/>
          <p:nvPr/>
        </p:nvSpPr>
        <p:spPr>
          <a:xfrm>
            <a:off x="5196483" y="3981569"/>
            <a:ext cx="316134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 Frontend Integration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196483" y="4917043"/>
            <a:ext cx="316134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API-driven architecture ensures easy integration with existing or future frontend applications.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856321" y="3981569"/>
            <a:ext cx="30480" cy="2387084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1" name="Text 8"/>
          <p:cNvSpPr/>
          <p:nvPr/>
        </p:nvSpPr>
        <p:spPr>
          <a:xfrm>
            <a:off x="793790" y="687895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confident this solution will be a valuable asset for your inventory operations.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2025-12-18T05:36:25Z</dcterms:created>
  <dcterms:modified xsi:type="dcterms:W3CDTF">2025-12-18T05:36:25Z</dcterms:modified>
</cp:coreProperties>
</file>